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accuracy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620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88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C27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Naive RAG
top-3 chunks, no routing</c:v>
                  </c:pt>
                  <c:pt idx="1">
                    <c:v>GraphRAG-style
summaries + graph edges</c:v>
                  </c:pt>
                  <c:pt idx="2">
                    <c:v>Company Brain
routed + hybrid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62.5</c:v>
                </c:pt>
                <c:pt idx="1">
                  <c:v>69.7</c:v>
                </c:pt>
                <c:pt idx="2">
                  <c:v>88.9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620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68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620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88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C27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Naive RAG</c:v>
                  </c:pt>
                  <c:pt idx="1">
                    <c:v>Graph edges only</c:v>
                  </c:pt>
                  <c:pt idx="2">
                    <c:v>Chunks only</c:v>
                  </c:pt>
                  <c:pt idx="3">
                    <c:v>Hybrid (ours)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31</c:v>
                </c:pt>
                <c:pt idx="2">
                  <c:v>42</c:v>
                </c:pt>
                <c:pt idx="3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620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68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4"/>
          <c:min val="0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97B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A97B8"/>
                    </a:solidFill>
                    <a:latin typeface="Arial"/>
                  </a:rPr>
                  <a:t>correct out of 54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Company Brain: a student asks their college a question in their own words and gets the answer off their own phone. The engine is built and benchmarked at 88.9% on 208 questions — ahead of naive RAG and a GraphRAG-style design on identical hardware, entirely offline on a 4 GB laptop GPU. The 30 hours puts it on the iQOO's silicon.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quote aloud. Left column is shipped and scored; right column is the next milestone. Both are achievements — the 30 hours puts a proven engine on the silicon a phone-maker's hackathon exists to show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distribution problem, not a knowledge problem. The college is not missing the answer; the student cannot reach it. Scale: roughly 43,000 colleges and 4 crore students, every one of them holding a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academic records are PII and often a minor's. That rules out the cloud, which is why nobody has shipped this. The constraint is not an obstacle to the idea; it is the reason the idea has to be on-device.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question shapes, four retrieval strategies. The student never sees this; they just ask. The important consequence is that a number is computed by SQL and cannot be hallucinated.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router runs deterministic rules before any LLM call, so the common question shapes are fast and reproducible. Every route in this diagram is built and benchmarked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lane is what a judge can open today: a phone client against the same backend. Bottom lane is the 30 hours: the model, the embeddings and the index all move inside the app, and the question is spoken instead of typed.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concrete facts make the port routine: one generation call site, embeddings and an index that already fit an app, a 4 GB budget held since day one, and a lead who has already shipped a Flutter/Android app. The device figures get measured on the iQOO and published like everything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62.5% naive, 69.7% GraphRAG-style, 88.9% ours, on an identical setup. The last line is deliberate: we compare architectures we implemented, not vendors we cannot defend.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class of question a student actually asks and standard RAG cannot serve: eligibility, prerequisites, who-does-what. Graph and vector retrieval fail in disjoint places, so the hybrid keeps both sets of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prototype status slide: what a judge would find if they cloned the repo today. Real institutional data, a benchmark, a test suite, and an operator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benchmark is the asset. One world model renders both the corpus and the questions; the validator rejected 15 of our own questions; answers are frozen before scoring so the scorer cannot be tuned to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rigour slide. Most submissions cannot show a rejected experiment because they never ran a gate. One of ours passed its first run, failed replication, and the gate caught it. The right-hand column is a prioritised roadmap, cheapest win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scalability argument is economic, not technical: zero marginal cost per query because there is no token bill, and multi-tenancy already exists and is tested. Onboarding is a folder of PDFs.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Hour-blocked and tightly scoped, because retrieval quality is already solved and scored. The last six hours go to measurement and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thesis. Everything claimed in this deck is reproducible from a clean checkout of the linked repository, including the experiments we rejected. The lead has shipped Android before, so the port is inside demonstrated 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-1783080"/>
            <a:ext cx="4937760" cy="4937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3977640"/>
            <a:ext cx="3017520" cy="3017520"/>
          </a:xfrm>
          <a:prstGeom prst="ellipse">
            <a:avLst/>
          </a:prstGeom>
          <a:solidFill>
            <a:srgbClr val="17224A"/>
          </a:solidFill>
          <a:ln w="12700">
            <a:solidFill>
              <a:srgbClr val="172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241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iQOO HACKATHON  ·  SMART EDUCATION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3898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BRAIN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595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college's answers,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your pocket.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33101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asks in their own words. Four kinds of question are routed to four kinds of retrieval — over the college's own records, with nothing sent to a cloud.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224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88.9%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47731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208 questions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0" y="4224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017520" y="47731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multi-hop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57800" y="4224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B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GB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57800" y="47731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budget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0" y="4224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B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498080" y="47731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calls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65099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Gaikwad  ·  Priyanka Jadhav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599846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github.com/RohanExploit/startup-research-rag  ·  itzrohan007@gmail.com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Shipped, and what the next 30 hours adds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engine is built, benchmarked, and beats two rival architectures on the same hardware. The 30 hours puts it on the phone's silicon.”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 w="15875">
            <a:solidFill>
              <a:srgbClr val="2EC2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8163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· BENCHMARKED · IN THE REPO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30906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9264" y="3602736"/>
            <a:ext cx="182880" cy="182880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3547872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Four-route retrieval engine running over real institutional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9264" y="4206240"/>
            <a:ext cx="182880" cy="182880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415137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88.9% on 208 questions — ahead of naive RAG and a GraphRAG-style design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9264" y="4809744"/>
            <a:ext cx="182880" cy="182880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4754880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automated tests; zero cloud calls, enforced by a test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9264" y="5413248"/>
            <a:ext cx="182880" cy="182880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5358384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a 4 GB VRAM budget — a phone-sized budget, by design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265176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 w="15875">
            <a:solidFill>
              <a:srgbClr val="39B6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8163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PHONE'S SILICON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0906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30 hours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01384" y="3602736"/>
            <a:ext cx="182880" cy="182880"/>
          </a:xfrm>
          <a:prstGeom prst="ellipse">
            <a:avLst/>
          </a:prstGeom>
          <a:solidFill>
            <a:srgbClr val="39B6E0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0568" y="3547872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model onto the iQOO — Snapdragon NPU, 2–4B quantized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01384" y="4206240"/>
            <a:ext cx="182880" cy="182880"/>
          </a:xfrm>
          <a:prstGeom prst="ellipse">
            <a:avLst/>
          </a:prstGeom>
          <a:solidFill>
            <a:srgbClr val="39B6E0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415137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+ FAISS index shipped inside the app's assets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01384" y="4809744"/>
            <a:ext cx="182880" cy="182880"/>
          </a:xfrm>
          <a:prstGeom prst="ellipse">
            <a:avLst/>
          </a:prstGeom>
          <a:solidFill>
            <a:srgbClr val="39B6E0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4754880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 Marathi and Hindi, recognised on the device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01384" y="5413248"/>
            <a:ext cx="182880" cy="182880"/>
          </a:xfrm>
          <a:prstGeom prst="ellipse">
            <a:avLst/>
          </a:prstGeom>
          <a:solidFill>
            <a:srgbClr val="39B6E0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5358384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measured tokens/sec, cold start and battery per 100 queries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6199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sinks most hackathon RAG demos. We finished it first, scored it, and beat two rival architectures on identical hardware.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 exists. It never reaches the student.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student actually gets an answer about their own academic record today: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49424"/>
            <a:ext cx="402336" cy="40233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13798"/>
            <a:ext cx="402336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7614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group rumour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0358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“Someone's senior said the cutoff went up. Probably.”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2011680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249424"/>
            <a:ext cx="402336" cy="40233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313798"/>
            <a:ext cx="402336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7614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outside the admin office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26280" y="30358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hours, for a number that is already written down.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2011680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2249424"/>
            <a:ext cx="402336" cy="402336"/>
          </a:xfrm>
          <a:prstGeom prst="ellipse">
            <a:avLst/>
          </a:prstGeom>
          <a:solidFill>
            <a:srgbClr val="7B88A8"/>
          </a:solidFill>
          <a:ln w="12700">
            <a:solidFill>
              <a:srgbClr val="7B8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313798"/>
            <a:ext cx="402336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27614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of the notice board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0" y="30358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Blurry, three weeks old, about someone else's division.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8404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institution already has every one of those answers.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14400" y="41605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results PDF, a fee sheet, a policy circular — written down, correct, and completely unreachable from where the student is standing.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5065776"/>
            <a:ext cx="350215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43,000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76656" y="5678424"/>
            <a:ext cx="328269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 in India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51960" y="493776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70248" y="5065776"/>
            <a:ext cx="350215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crore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4379976" y="5678424"/>
            <a:ext cx="328269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them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55280" y="493776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73568" y="5065776"/>
            <a:ext cx="350215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5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phone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8083296" y="5678424"/>
            <a:ext cx="328269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one of their hands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29107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of those phones runs an app that can answer a question about that student's own record. That is the opening.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DOESN'T EXIST YET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obvious solution is off the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C9D3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682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 college holds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79192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369 students · 2,952 exam records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policy documents — all PII,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a minor's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49040" y="2743200"/>
            <a:ext cx="1051560" cy="-502920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49040" y="2971800"/>
            <a:ext cx="1051560" cy="777240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92040" y="169164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5484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120640" y="1947672"/>
            <a:ext cx="365760" cy="36576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006194"/>
            <a:ext cx="3657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96128" y="1938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it into a cloud LLM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596128" y="224942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college will do this. Not at any price.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92040" y="329184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0E5F7D"/>
          </a:solidFill>
          <a:ln w="12700">
            <a:solidFill>
              <a:srgbClr val="0E5F7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3547872"/>
            <a:ext cx="365760" cy="365760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3606394"/>
            <a:ext cx="3657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96128" y="3538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on the device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596128" y="384962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goes to the data, not the reverse.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09560" y="3840480"/>
            <a:ext cx="457200" cy="0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503920" y="224028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constraint everybody treats as the blocker is the thing that picks the architecture. On-device is not a feature we bolted on for a phone hackathon — it is the only shape this product can legally take.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0109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designed for that constraint from the first commit.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14400" y="5340096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Offline-by-default was rule one. The system has never been permitted to make a network call to a model — a test in the suite fails the build if it tries.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95360" y="50292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503920" y="55961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calls — enforced by a test,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a policy document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kinds of question. Four kinds of retrieval.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types or speaks plain language. The system decides what kind of question it is, and routes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4942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951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21408" y="22311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I have a backlog in DBMS?”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724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over DuckDB — an exact figure, computed, not recalled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0116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24942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2951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44968" y="22311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minimum attendance?”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724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over FAISS — the policy clause itself, cited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75818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4A2D5C"/>
          </a:solidFill>
          <a:ln w="12700">
            <a:solidFill>
              <a:srgbClr val="4A2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039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21408" y="37398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“Am I eligible for the scholarship?”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233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edges + chunks — follows the rule across two documents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5204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375818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5C3A1A"/>
          </a:solidFill>
          <a:ln w="12700">
            <a:solidFill>
              <a:srgbClr val="5C3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8039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44968" y="37398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is my department doing overall?”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4233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Corpus-wide fan-out — reads broadly, then summarises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CF1F9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32180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answers come from SQL, not from a language model's recollection.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14400" y="563270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cannot hallucinate a figure it computed — and every retrieval answer comes back with the document and section it came from.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78240" y="53218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22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686800" y="57972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accuracy on real institutional data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routes behind one deterministic router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97680" y="1572768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C9D3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0" y="17007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question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2121408"/>
            <a:ext cx="0" cy="292608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20440" y="2414016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5237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ROUTER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28072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first · LLM classifier as fallback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3236976"/>
            <a:ext cx="-4183380" cy="438912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48640" y="33101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marks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410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" y="427939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over DuckDB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97380" y="4828032"/>
            <a:ext cx="4183380" cy="365760"/>
          </a:xfrm>
          <a:prstGeom prst="line">
            <a:avLst/>
          </a:prstGeom>
          <a:noFill/>
          <a:ln w="1905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80760" y="3236976"/>
            <a:ext cx="-1385316" cy="438912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346704" y="33101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facts,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clauses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38144" y="3803904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38144" y="39410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11296" y="427939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search, FAISS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95444" y="4828032"/>
            <a:ext cx="1385316" cy="365760"/>
          </a:xfrm>
          <a:prstGeom prst="line">
            <a:avLst/>
          </a:prstGeom>
          <a:noFill/>
          <a:ln w="1905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80760" y="3236976"/>
            <a:ext cx="1412748" cy="438912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144768" y="33101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36208" y="3803904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4A2D5C"/>
          </a:solidFill>
          <a:ln w="12700">
            <a:solidFill>
              <a:srgbClr val="4A2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39410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09360" y="427939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edges + chunks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93508" y="4828032"/>
            <a:ext cx="-1412748" cy="365760"/>
          </a:xfrm>
          <a:prstGeom prst="line">
            <a:avLst/>
          </a:prstGeom>
          <a:noFill/>
          <a:ln w="1905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080760" y="3236976"/>
            <a:ext cx="4210812" cy="438912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942832" y="33101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corpus-wide,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are we doing”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034272" y="3803904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5C3A1A"/>
          </a:solidFill>
          <a:ln w="12700">
            <a:solidFill>
              <a:srgbClr val="5C3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34272" y="39410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07424" y="427939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chunk fan-out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291572" y="4828032"/>
            <a:ext cx="-4210812" cy="365760"/>
          </a:xfrm>
          <a:prstGeom prst="line">
            <a:avLst/>
          </a:prstGeom>
          <a:noFill/>
          <a:ln w="1905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931920" y="5193792"/>
            <a:ext cx="4297680" cy="694944"/>
          </a:xfrm>
          <a:prstGeom prst="roundRect">
            <a:avLst>
              <a:gd name="adj" fmla="val 10526"/>
            </a:avLst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0" y="52852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provenance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931920" y="5559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4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document and section, on every answer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" y="60533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above already exists, is tested, and was measured at 88.9% — FastAPI · DuckDB · FAISS · NetworkX · sentence-transformers · Ollama (qwen3:4b) · Next.js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phone is not a client. It is the computer.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SUBMISSION  ·  THE PHONE IS THE INTERFACE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5875">
            <a:solidFill>
              <a:srgbClr val="3140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PWA client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67712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student's question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67712"/>
            <a:ext cx="731520" cy="0"/>
          </a:xfrm>
          <a:prstGeom prst="line">
            <a:avLst/>
          </a:prstGeom>
          <a:noFill/>
          <a:ln w="22225">
            <a:solidFill>
              <a:srgbClr val="8A97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0" y="18288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5875">
            <a:solidFill>
              <a:srgbClr val="3140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2267712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API, multi-tenant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2267712"/>
            <a:ext cx="731520" cy="0"/>
          </a:xfrm>
          <a:prstGeom prst="line">
            <a:avLst/>
          </a:prstGeom>
          <a:noFill/>
          <a:ln w="22225">
            <a:solidFill>
              <a:srgbClr val="8A97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75120" y="18288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5875">
            <a:solidFill>
              <a:srgbClr val="314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→ 4 routes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2267712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vector · graph · fan-out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2267712"/>
            <a:ext cx="731520" cy="0"/>
          </a:xfrm>
          <a:prstGeom prst="line">
            <a:avLst/>
          </a:prstGeom>
          <a:noFill/>
          <a:ln w="22225">
            <a:solidFill>
              <a:srgbClr val="8A97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92640" y="18288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5875">
            <a:solidFill>
              <a:srgbClr val="314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19568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provenance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0" y="2267712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cited, in 1.85 s median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1272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30 HOURS  ·  THE PHONE IS THE WHOLE SYSTEM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38144"/>
            <a:ext cx="10972800" cy="2331720"/>
          </a:xfrm>
          <a:prstGeom prst="roundRect">
            <a:avLst>
              <a:gd name="adj" fmla="val 4706"/>
            </a:avLst>
          </a:prstGeom>
          <a:solidFill>
            <a:srgbClr val="17224A"/>
          </a:solidFill>
          <a:ln w="19050">
            <a:solidFill>
              <a:srgbClr val="39B6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5844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iQOO  ·  Snapdragon NPU  ·  12–16 GB RAM  ·  airplane mode 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60120" y="39319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0406A"/>
          </a:solidFill>
          <a:ln w="15875">
            <a:solidFill>
              <a:srgbClr val="0E5F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0599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370832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or Hindi,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ASR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4407408"/>
            <a:ext cx="320040" cy="0"/>
          </a:xfrm>
          <a:prstGeom prst="line">
            <a:avLst/>
          </a:prstGeom>
          <a:noFill/>
          <a:ln w="19050">
            <a:solidFill>
              <a:srgbClr val="39B6E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611880" y="39319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0406A"/>
          </a:solidFill>
          <a:ln w="15875">
            <a:solidFill>
              <a:srgbClr val="0E5F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40599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embeddings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03320" y="4370832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MB, shipped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app's assets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4407408"/>
            <a:ext cx="320040" cy="0"/>
          </a:xfrm>
          <a:prstGeom prst="line">
            <a:avLst/>
          </a:prstGeom>
          <a:noFill/>
          <a:ln w="19050">
            <a:solidFill>
              <a:srgbClr val="39B6E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63640" y="39319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0406A"/>
          </a:solidFill>
          <a:ln w="15875">
            <a:solidFill>
              <a:srgbClr val="0E5F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40599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FAISS-flat index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4370832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MB for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college corpus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95360" y="4407408"/>
            <a:ext cx="320040" cy="0"/>
          </a:xfrm>
          <a:prstGeom prst="line">
            <a:avLst/>
          </a:prstGeom>
          <a:noFill/>
          <a:ln w="19050">
            <a:solidFill>
              <a:srgbClr val="39B6E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915400" y="39319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0406A"/>
          </a:solidFill>
          <a:ln w="15875">
            <a:solidFill>
              <a:srgbClr val="0E5F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15400" y="40599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2–4B quantized LLM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06840" y="4370832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/ MediaPipe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NPU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60120" y="507492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leaves the phone — not the question, not the record, not the answer.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943600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60716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 Office Kit: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clerk shares a results PDF or a fee sheet into the app. Campus data enters the brain without ever touching a server.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· DEVICE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to the phone's constraint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65376"/>
            <a:ext cx="329184" cy="329184"/>
          </a:xfrm>
          <a:prstGeom prst="ellipse">
            <a:avLst/>
          </a:prstGeom>
          <a:solidFill>
            <a:srgbClr val="0E5F7D"/>
          </a:solidFill>
          <a:ln w="12700">
            <a:solidFill>
              <a:srgbClr val="0E5F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18045"/>
            <a:ext cx="329184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824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is already one swappable call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9659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generation/answer.py exposes a single generate_answer(query, context, qtype), and the Ollama HTTP call lives at exactly one site. Dropping in llama.cpp or MediaPipe LLM Inference is an adapter behind that interface.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16936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69605"/>
            <a:ext cx="329184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73405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retrieval assets already fit inside an app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0175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retrieval/vector_search.py and ingestion/embed.py both use all-MiniLM-L6-v2 (~90 MB), and ingestion/vector_store.py builds a faiss.IndexFlatL2 — a few MB for a college corpus. Both ship in app assets as they are.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7588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968496"/>
            <a:ext cx="329184" cy="329184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021165"/>
            <a:ext cx="329184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78561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already fits a phone-sized budget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069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measured number in this deck was produced inside 4 GB of VRAM on an RTX 2050 laptop — the same order as a phone's LLM budget. A design constraint from day one, not a lucky result.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72744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020056"/>
            <a:ext cx="329184" cy="329184"/>
          </a:xfrm>
          <a:prstGeom prst="ellipse">
            <a:avLst/>
          </a:prstGeom>
          <a:solidFill>
            <a:srgbClr val="6D4AA6"/>
          </a:solidFill>
          <a:ln w="12700">
            <a:solidFill>
              <a:srgbClr val="6D4A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072725"/>
            <a:ext cx="329184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8371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is ground this team has already shipped 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5120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lead built FixingNation, a Flutter/Android app for civic grievance reporting, and VishwaGuru, an open civic-tech platform with 41 forks. Packaging a model and an index into an Android build is familiar work here.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77900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8887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publish from the iQOO itself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61630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device, reported like every other number here.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806440" y="5870448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7224A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79592" y="594360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sec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79592" y="619963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measured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95260" y="5870448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7224A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8412" y="594360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time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868412" y="619963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measured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784080" y="5870448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7224A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57232" y="594360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/ 100 queries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857232" y="619963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measured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— MEASURED, NOT CLAIMED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beat both rivals on identical hardware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45920"/>
            <a:ext cx="3886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44968" y="1773936"/>
            <a:ext cx="3849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+26.4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854696" y="2359152"/>
            <a:ext cx="363016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over naive RAG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26680" y="2971800"/>
            <a:ext cx="3886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44968" y="3099816"/>
            <a:ext cx="3849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5.5×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854696" y="3685032"/>
            <a:ext cx="363016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multi-hop questions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26680" y="429768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44622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/ 208 questions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55280" y="477316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95/97  ·  GLOBAL 46/57  ·  LOCAL 44/54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corpus, same 4B local model, same 4 GB GPU, same frozen scorer — for all three architectures.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5925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rivals are our own implementations of published architectures, so we can defend every line of them. This is an architecture comparison, and we say so up front.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QUESTION CLASS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Following a relationship across two documents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17373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“Am I eligible for the scholarship?”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0" y="20848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lives in a policy circular. The student's marks live in a results PDF. Answering means walking from one to the other.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772400" y="2880360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RAG gets 8 of these. It retrieves the top few chunks and hopes.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beat graph edges 42 to 31 — but lost three questions reproducibly, and one returned a confidently wrong department.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follow the relation. Chunks carry the sentence. We use both, and lose none of them.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0" y="484632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90688" y="4974336"/>
            <a:ext cx="380390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→ 44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900416" y="5477256"/>
            <a:ext cx="3584448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54, a 5.5× gain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 · PROTOTYPE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actually running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73936"/>
            <a:ext cx="350215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88.9%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76656" y="2660904"/>
            <a:ext cx="3282696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of 208 benchmark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correct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64592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70248" y="1773936"/>
            <a:ext cx="350215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20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379976" y="2660904"/>
            <a:ext cx="3282696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abstention — it says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when the corpus can't answer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64592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73568" y="1773936"/>
            <a:ext cx="350215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22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083296" y="2660904"/>
            <a:ext cx="3282696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accuracy on real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3694176"/>
            <a:ext cx="350215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5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1.85 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6656" y="4581144"/>
            <a:ext cx="3282696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latency, end-to-end,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 RTX 2050 with 4 GB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51960" y="356616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70248" y="3694176"/>
            <a:ext cx="350215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379976" y="4581144"/>
            <a:ext cx="3282696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across 50 files,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tests of the benchmark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0" y="356616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73568" y="3694176"/>
            <a:ext cx="350215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4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19.2%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083296" y="4581144"/>
            <a:ext cx="3282696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floor — a content-free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scores this; we score 4.6×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5321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669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data, already ingested — not a demo fixture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4400" y="596188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369 students · 2,952 exam records · 12 policy documents, behind a multi-tenant API with an operator dashboard.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32320" y="57058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corpus: 30 documents, 208 questions.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132320" y="59984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 calls, enforced by a test in the suite.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THE NUMBERS ARE REAL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Golds that cannot disagree with the corpus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RAG demos are scored on questions written after seeing the answers. Ours are generated from the corpus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597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7063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2834640"/>
            <a:ext cx="502920" cy="0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37560" y="18288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documents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2677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from 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29260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0540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questions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33649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23560" y="2286000"/>
            <a:ext cx="502920" cy="457200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23560" y="3383280"/>
            <a:ext cx="502920" cy="-457200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26480" y="233172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2A93B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4597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77063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each hop spans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documents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12480" y="2834640"/>
            <a:ext cx="502920" cy="0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15400" y="233172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2EC27E"/>
          </a:solidFill>
          <a:ln w="15875">
            <a:solidFill>
              <a:srgbClr val="2EC2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245973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06840" y="27706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frozen to disk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scoring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06440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15 of our own questions before they shipped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4379976"/>
            <a:ext cx="310896" cy="310896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429719"/>
            <a:ext cx="310896" cy="20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61872" y="41239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Golds are generated, not written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61872" y="441655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world model renders both the documents and the questions, so a gold cannot disagree with the corpus.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397764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46520" y="4379976"/>
            <a:ext cx="310896" cy="310896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429719"/>
            <a:ext cx="310896" cy="20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85432" y="41239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is proven, not asserted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885432" y="441655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locates the bridge entity and the answer in disjoint documents — a labelled multi-hop cannot be a lookup in disguise.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276088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2960" y="5678424"/>
            <a:ext cx="310896" cy="310896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728167"/>
            <a:ext cx="310896" cy="20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61872" y="54223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frozen before scoring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261872" y="57150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scorer can be written after seeing the numbers it is going to judge.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72200" y="5276088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46520" y="5678424"/>
            <a:ext cx="310896" cy="310896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5728167"/>
            <a:ext cx="310896" cy="20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85432" y="54223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improvement pre-registered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885432" y="57150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had to pass a statistical rule on two independent runs before it shipped.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GATES · OUR OWN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grade ourselves harder than the judges will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improvement faced a pre-registered gate on two independent runs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56816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chunk fan-out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2951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both independent runs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92040" y="2112264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21579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706624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7977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hybrid context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0449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both independent runs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2862072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9077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456432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295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vector-only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3794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run 1, failed replication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361188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6576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793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4096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4544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55.5 s latency vs a 60 s timeout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4361688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44074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" y="504748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four candidates did not clear. A team that never reports a negative result has either been extraordinarily lucky, or is not looking.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15727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measured that we haven't fixed yet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66560" y="1975104"/>
            <a:ext cx="256032" cy="256032"/>
          </a:xfrm>
          <a:prstGeom prst="ellipse">
            <a:avLst/>
          </a:prstGeom>
          <a:solidFill>
            <a:srgbClr val="39B6E0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2016069"/>
            <a:ext cx="256032" cy="16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50608" y="19568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answers are already in the retrieved context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50608" y="223113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23 remaining misses, 18 are abstentions — and in 13 of those the answer was already retrieved. A prompt fix, and first on the roadmap.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66560" y="3054096"/>
            <a:ext cx="256032" cy="256032"/>
          </a:xfrm>
          <a:prstGeom prst="ellipse">
            <a:avLst/>
          </a:prstGeom>
          <a:solidFill>
            <a:srgbClr val="39B6E0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3095061"/>
            <a:ext cx="256032" cy="16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50608" y="30358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arithmetic sits at 14 / 24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50608" y="331012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4B model quotes a table accurately and adds two of them together unreliably. A compute step or a larger model closes it.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766560" y="4133088"/>
            <a:ext cx="256032" cy="256032"/>
          </a:xfrm>
          <a:prstGeom prst="ellipse">
            <a:avLst/>
          </a:prstGeom>
          <a:solidFill>
            <a:srgbClr val="39B6E0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4174053"/>
            <a:ext cx="256032" cy="16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50608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hardening: measured, then reverted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50608" y="43891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generation-layer version cost 1.4 accuracy points (88.9% → 87.5%), so it came out. An input classifier is the right fix. We ship measured claims.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766560" y="5212080"/>
            <a:ext cx="256032" cy="256032"/>
          </a:xfrm>
          <a:prstGeom prst="ellipse">
            <a:avLst/>
          </a:prstGeom>
          <a:solidFill>
            <a:srgbClr val="39B6E0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5253045"/>
            <a:ext cx="256032" cy="16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50608" y="51937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classification is 54.3% — a latency lever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50608" y="546811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roughly zero accuracy points now that both destination routes are repaired. It buys speed and cost, not correctness.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stated up front: one synthetic benchmark corpus, a 4B local model, single-sample runs. The harness is in the repo — adding a competitor takes twenty minutes.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USEFULNESS, IMPACT &amp; SCALABILITY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43,000 colleges, not 43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387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28216"/>
            <a:ext cx="35021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76656" y="2379269"/>
            <a:ext cx="3282696" cy="467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per-query cost — there is no token bill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5387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70248" y="1728216"/>
            <a:ext cx="35021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5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1.85 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79976" y="2379269"/>
            <a:ext cx="3282696" cy="467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question-to-answer, measured on a 4 GB laptop GPU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600200"/>
            <a:ext cx="35387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73568" y="1728216"/>
            <a:ext cx="35021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crore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083296" y="2379269"/>
            <a:ext cx="3282696" cy="467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reachable on hardware they own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0906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 college is a folder, not a project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3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844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of PDFs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8953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fee sheet, circulars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3913632"/>
            <a:ext cx="548640" cy="0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89120" y="3456432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35844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38953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· embed · index · link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80960" y="3913632"/>
            <a:ext cx="548640" cy="0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29600" y="3456432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0E5F7D"/>
          </a:solidFill>
          <a:ln w="15875">
            <a:solidFill>
              <a:srgbClr val="0E5F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35844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college's brain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38953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student's phone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73659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663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is tested, not promised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24128" y="494690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data trees, scoped API keys, path-traversal guards and isolation tests — all already in the suite.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4736592"/>
            <a:ext cx="329184" cy="329184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47688" y="4663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 bill, at any scale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647688" y="494690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Per-query cost is zero, so the 43,000th college costs what the first one did. That is why this deploys nationally, not to a pilot of three.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760720"/>
            <a:ext cx="329184" cy="329184"/>
          </a:xfrm>
          <a:prstGeom prst="ellipse">
            <a:avLst/>
          </a:prstGeom>
          <a:solidFill>
            <a:srgbClr val="0E5F7D"/>
          </a:solidFill>
          <a:ln w="12700">
            <a:solidFill>
              <a:srgbClr val="0E5F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56875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goes to the data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24128" y="597103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uploaded to a vendor. The college's records stay on the college's — and the student's — hardware.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5760720"/>
            <a:ext cx="329184" cy="329184"/>
          </a:xfrm>
          <a:prstGeom prst="ellipse">
            <a:avLst/>
          </a:prstGeom>
          <a:solidFill>
            <a:srgbClr val="6D4AA6"/>
          </a:solidFill>
          <a:ln w="12700">
            <a:solidFill>
              <a:srgbClr val="6D4A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47688" y="56875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on day one, for the boring questions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647688" y="597103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Backlogs, attendance rules, scholarship eligibility, fee deadlines. The queue outside the office is the addressable market.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SHIP AT THE HACKATHON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Thirty hours, hour-blocked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below is an adapter swap or an asset move against code that already exists and is already benchmarked.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3113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0E5F7D"/>
          </a:solidFill>
          <a:ln w="12700">
            <a:solidFill>
              <a:srgbClr val="0E5F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2768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– 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26334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onto the device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944368"/>
            <a:ext cx="3063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generation adapter behind generate_answer() to llama.cpp / MediaPipe LLM Inference. A 2–4B quantized model answering on the iQOO's NPU.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201168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7992" y="223113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0E5F7D"/>
          </a:solidFill>
          <a:ln w="12700">
            <a:solidFill>
              <a:srgbClr val="0E5F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22768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 – 12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07992" y="26334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into app assets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07992" y="2944368"/>
            <a:ext cx="3063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(~90 MB) and the FAISS-flat index ship inside the app. Re-run the 208-question harness with the network off.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55280" y="201168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11312" y="223113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22768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H12 – 18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11312" y="26334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in Marathi and Hindi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11312" y="2944368"/>
            <a:ext cx="3063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→ on-device ASR → the same router. The student speaks the question instead of typing 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151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19709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H18 – 24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" y="45537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Share-sheet ingest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4672" y="4864608"/>
            <a:ext cx="3063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 Office Kit: a results PDF or fee sheet enters the brain from the phone's share sheet. No server in the path.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393192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07992" y="4151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07992" y="419709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H24 – 28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07992" y="45537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measurement pass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07992" y="4864608"/>
            <a:ext cx="3063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tokens/sec, cold-start time and battery per 100 queries, on the iQOO. Measured, then published — like every other number in this deck.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955280" y="393192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11312" y="4151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11312" y="419709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H28 – 30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11312" y="45537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hardening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211312" y="4864608"/>
            <a:ext cx="3063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walkthrough: backlog, scholarship eligibility, attendance rule — asked by voice, answered in airplane mode.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9436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CF1F9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60716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exit criterion:  </a:t>
            </a:r>
            <a:pPr indent="0" marL="0">
              <a:buNone/>
            </a:pPr>
            <a:r>
              <a:rPr lang="en-US" sz="125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asks a question out loud, in Marathi, with the phone in airplane mode — and gets a cited answer off their own device.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SUPPORTING LINKS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people, one measured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352044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 w="15875">
            <a:solidFill>
              <a:srgbClr val="2EC2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856232"/>
            <a:ext cx="658368" cy="658368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961571"/>
            <a:ext cx="658368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55648" y="183794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Rohan Gaikwad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755648" y="224028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— retrieval engine, benchmark harness, measurement discipline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24128" y="2862072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Hackathon — National Winner (Rank 1), Claude Impact Labs, Mumbai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Startups · NASA OSDR contributor · GitHub Developer Program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Admin — GirlScript Summer of Code, Social Summer of Code, Eliter Coders Winter of Code; mentors first-time contributors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VishwaGuru — open civic-tech platform, 41 forks, AGPL · FixingNation — Flutter/Android grievance app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public repositories · 3,044 contributions in the last year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24128" y="4617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github.com/RohanExploit  ·  linkedin.com/in/rohanvijaygaikwad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itzrohan007@gmail.com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349240" cy="352044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 w="15875">
            <a:solidFill>
              <a:srgbClr val="39B6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83096" y="1856232"/>
            <a:ext cx="658368" cy="658368"/>
          </a:xfrm>
          <a:prstGeom prst="ellipse">
            <a:avLst/>
          </a:prstGeom>
          <a:solidFill>
            <a:srgbClr val="39B6E0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1961571"/>
            <a:ext cx="658368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87768" y="183794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Priyanka Jadhav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287768" y="224028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Evaluation — ground truth and the student's question set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56248" y="2862072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topper, YSPM's Yashoda Technical Campus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Avishkar Innovation Program — Zonal Qualifier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208-question benchmark set and its ground truth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the reject list: 15 of our own questions cut before they shipped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student-side problem — the questions students actually ask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56248" y="4617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owner for every number in this deck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257800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1722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35838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Repository, benchmark harness, validator and every rejected experiment:  github.com/RohanExploit/startup-research-rag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0120" y="56509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Lead's open-source profile: github.com/RohanExploit  ·  Deck sources: docs/pitch.md, docs/PITCH_METRICS.md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6126480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i="1" dirty="0">
                <a:solidFill>
                  <a:srgbClr val="39B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is built, benchmarked, and beats two rival architectures on the same hardware. The 30 hours puts it on the phone's silicon.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Company Brain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Brain — iQOO Hackathon, Smart Education</dc:title>
  <dc:subject>PptxGenJS Presentation</dc:subject>
  <dc:creator>Rohan Gaikwad</dc:creator>
  <cp:lastModifiedBy>Rohan Gaikwad</cp:lastModifiedBy>
  <cp:revision>1</cp:revision>
  <dcterms:created xsi:type="dcterms:W3CDTF">2026-08-25T16:40:18Z</dcterms:created>
  <dcterms:modified xsi:type="dcterms:W3CDTF">2026-08-25T16:40:18Z</dcterms:modified>
</cp:coreProperties>
</file>